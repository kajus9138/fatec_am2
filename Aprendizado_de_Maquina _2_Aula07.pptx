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21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QuyT8aARuRVWzl841+V3uwzNP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que Almeida Justino da Silva" userId="80cecd39-0bb3-4568-aadc-2c47a6d51773" providerId="ADAL" clId="{104D16F3-0830-409B-B338-B1F24D90F70E}"/>
    <pc:docChg chg="delSld delMainMaster">
      <pc:chgData name="Kaique Almeida Justino da Silva" userId="80cecd39-0bb3-4568-aadc-2c47a6d51773" providerId="ADAL" clId="{104D16F3-0830-409B-B338-B1F24D90F70E}" dt="2026-06-09T17:55:56.601" v="0" actId="47"/>
      <pc:docMkLst>
        <pc:docMk/>
      </pc:docMkLst>
      <pc:sldChg chg="del">
        <pc:chgData name="Kaique Almeida Justino da Silva" userId="80cecd39-0bb3-4568-aadc-2c47a6d51773" providerId="ADAL" clId="{104D16F3-0830-409B-B338-B1F24D90F70E}" dt="2026-06-09T17:55:56.601" v="0" actId="47"/>
        <pc:sldMkLst>
          <pc:docMk/>
          <pc:sldMk cId="0" sldId="258"/>
        </pc:sldMkLst>
      </pc:sldChg>
      <pc:sldMasterChg chg="del delSldLayout">
        <pc:chgData name="Kaique Almeida Justino da Silva" userId="80cecd39-0bb3-4568-aadc-2c47a6d51773" providerId="ADAL" clId="{104D16F3-0830-409B-B338-B1F24D90F70E}" dt="2026-06-09T17:55:56.601" v="0" actId="47"/>
        <pc:sldMasterMkLst>
          <pc:docMk/>
          <pc:sldMasterMk cId="0" sldId="2147483674"/>
        </pc:sldMasterMkLst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75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76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77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78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79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80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81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82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83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84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85"/>
          </pc:sldLayoutMkLst>
        </pc:sldLayoutChg>
        <pc:sldLayoutChg chg="del">
          <pc:chgData name="Kaique Almeida Justino da Silva" userId="80cecd39-0bb3-4568-aadc-2c47a6d51773" providerId="ADAL" clId="{104D16F3-0830-409B-B338-B1F24D90F70E}" dt="2026-06-09T17:55:56.601" v="0" actId="47"/>
          <pc:sldLayoutMkLst>
            <pc:docMk/>
            <pc:sldMasterMk cId="0" sldId="2147483674"/>
            <pc:sldLayoutMk cId="0" sldId="214748368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4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48f0ed114_0_6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e48f0ed11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aba13ad6_0_4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g3a8aba13ad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7283ab76e_0_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3e7283ab76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7283ab76e_0_2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g3e7283ab76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7283ab76e_0_4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3e7283ab76e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8aba13ad6_0_29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g3a8aba13ad6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7283ab76e_0_5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g3e7283ab76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7283ab76e_0_6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g3e7283ab76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7283ab76e_0_7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e7283ab76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7283ab76e_0_7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g3e7283ab76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7283ab76e_0_9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g3e7283ab76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7283ab76e_0_10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9" name="Google Shape;379;g3e7283ab76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6eb4f487f_0_1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5" name="Google Shape;385;g396eb4f487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8aba13ad6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g3a8aba13a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6eb4f487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g396eb4f487f_0_30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g396eb4f487f_0_30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5" name="Google Shape;95;p4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6" name="Google Shape;106;p4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8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7" descr="GGFD2166TRA Raw.tif"/>
          <p:cNvPicPr preferRelativeResize="0"/>
          <p:nvPr/>
        </p:nvPicPr>
        <p:blipFill rotWithShape="1">
          <a:blip r:embed="rId15">
            <a:alphaModFix/>
          </a:blip>
          <a:srcRect l="363" t="2153" r="9182" b="11112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16">
            <a:alphaModFix/>
          </a:blip>
          <a:srcRect l="28611" r="49359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17">
            <a:alphaModFix/>
          </a:blip>
          <a:srcRect l="26029" r="59601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17">
            <a:alphaModFix/>
          </a:blip>
          <a:srcRect l="46566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7" descr="Logotipo&#10;&#10;Descrição gerad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youtube.com/watch?v=YGILT182T6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lang="pt-BR" sz="28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48f0ed114_0_69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NNs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328075" y="1142930"/>
            <a:ext cx="88722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Classificação de imagens com redes densamente conectadas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375" y="2179730"/>
            <a:ext cx="54483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9000" y="2626443"/>
            <a:ext cx="876300" cy="847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16"/>
          <p:cNvCxnSpPr/>
          <p:nvPr/>
        </p:nvCxnSpPr>
        <p:spPr>
          <a:xfrm>
            <a:off x="2362100" y="2719375"/>
            <a:ext cx="694800" cy="2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16"/>
          <p:cNvCxnSpPr/>
          <p:nvPr/>
        </p:nvCxnSpPr>
        <p:spPr>
          <a:xfrm>
            <a:off x="2339250" y="2679675"/>
            <a:ext cx="684600" cy="2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p16"/>
          <p:cNvSpPr txBox="1"/>
          <p:nvPr/>
        </p:nvSpPr>
        <p:spPr>
          <a:xfrm>
            <a:off x="1791325" y="5807750"/>
            <a:ext cx="571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pt-BR" sz="1800"/>
              <a:t>Neurônios                                  + Dados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8aba13ad6_0_4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a8aba13ad6_0_48"/>
          <p:cNvSpPr txBox="1"/>
          <p:nvPr/>
        </p:nvSpPr>
        <p:spPr>
          <a:xfrm>
            <a:off x="681600" y="587638"/>
            <a:ext cx="45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/>
              <a:t>CNNs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3a8aba13ad6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1288"/>
            <a:ext cx="8839198" cy="3682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a8aba13ad6_0_48"/>
          <p:cNvSpPr txBox="1"/>
          <p:nvPr/>
        </p:nvSpPr>
        <p:spPr>
          <a:xfrm>
            <a:off x="681600" y="5825825"/>
            <a:ext cx="4082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4"/>
              </a:rPr>
              <a:t>Convolutional Neural Networks (CNNs) - Explained</a:t>
            </a:r>
            <a:r>
              <a:rPr lang="pt-BR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7283ab76e_0_1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e7283ab76e_0_13"/>
          <p:cNvSpPr txBox="1"/>
          <p:nvPr/>
        </p:nvSpPr>
        <p:spPr>
          <a:xfrm>
            <a:off x="681600" y="587638"/>
            <a:ext cx="45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/>
              <a:t>CNNs Detecção de Falhas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e7283ab76e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531" y="2387299"/>
            <a:ext cx="1088625" cy="95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e7283ab76e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600" y="1840001"/>
            <a:ext cx="1435575" cy="14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e7283ab76e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3075" y="2496549"/>
            <a:ext cx="30670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e7283ab76e_0_13"/>
          <p:cNvSpPr/>
          <p:nvPr/>
        </p:nvSpPr>
        <p:spPr>
          <a:xfrm>
            <a:off x="2203300" y="2729300"/>
            <a:ext cx="307800" cy="267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e7283ab76e_0_13"/>
          <p:cNvSpPr/>
          <p:nvPr/>
        </p:nvSpPr>
        <p:spPr>
          <a:xfrm>
            <a:off x="6216425" y="2808700"/>
            <a:ext cx="307800" cy="267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e7283ab76e_0_13"/>
          <p:cNvSpPr txBox="1"/>
          <p:nvPr/>
        </p:nvSpPr>
        <p:spPr>
          <a:xfrm>
            <a:off x="1975025" y="2387300"/>
            <a:ext cx="853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Coleta</a:t>
            </a:r>
            <a:endParaRPr sz="1300"/>
          </a:p>
        </p:txBody>
      </p:sp>
      <p:sp>
        <p:nvSpPr>
          <p:cNvPr id="309" name="Google Shape;309;g3e7283ab76e_0_13"/>
          <p:cNvSpPr txBox="1"/>
          <p:nvPr/>
        </p:nvSpPr>
        <p:spPr>
          <a:xfrm>
            <a:off x="6032900" y="2352375"/>
            <a:ext cx="853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FFT</a:t>
            </a:r>
            <a:endParaRPr sz="1300"/>
          </a:p>
        </p:txBody>
      </p:sp>
      <p:pic>
        <p:nvPicPr>
          <p:cNvPr id="310" name="Google Shape;310;g3e7283ab76e_0_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795" y="4341815"/>
            <a:ext cx="1435575" cy="1038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e7283ab76e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577" y="4587599"/>
            <a:ext cx="1088625" cy="9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e7283ab76e_0_13"/>
          <p:cNvSpPr/>
          <p:nvPr/>
        </p:nvSpPr>
        <p:spPr>
          <a:xfrm>
            <a:off x="2170345" y="4929600"/>
            <a:ext cx="307800" cy="267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e7283ab76e_0_13"/>
          <p:cNvSpPr/>
          <p:nvPr/>
        </p:nvSpPr>
        <p:spPr>
          <a:xfrm>
            <a:off x="6183470" y="5009000"/>
            <a:ext cx="307800" cy="267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e7283ab76e_0_13"/>
          <p:cNvSpPr txBox="1"/>
          <p:nvPr/>
        </p:nvSpPr>
        <p:spPr>
          <a:xfrm>
            <a:off x="1942070" y="4587600"/>
            <a:ext cx="853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Coleta</a:t>
            </a:r>
            <a:endParaRPr sz="1300"/>
          </a:p>
        </p:txBody>
      </p:sp>
      <p:sp>
        <p:nvSpPr>
          <p:cNvPr id="315" name="Google Shape;315;g3e7283ab76e_0_13"/>
          <p:cNvSpPr txBox="1"/>
          <p:nvPr/>
        </p:nvSpPr>
        <p:spPr>
          <a:xfrm>
            <a:off x="5999945" y="4552675"/>
            <a:ext cx="853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FFT</a:t>
            </a:r>
            <a:endParaRPr sz="1300"/>
          </a:p>
        </p:txBody>
      </p:sp>
      <p:pic>
        <p:nvPicPr>
          <p:cNvPr id="316" name="Google Shape;316;g3e7283ab76e_0_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48261" y="4627540"/>
            <a:ext cx="3480825" cy="841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7283ab76e_0_2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CNNs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e7283ab76e_0_25"/>
          <p:cNvSpPr txBox="1"/>
          <p:nvPr/>
        </p:nvSpPr>
        <p:spPr>
          <a:xfrm>
            <a:off x="681600" y="587638"/>
            <a:ext cx="451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/>
              <a:t>CNNs Detecção de Falhas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g3e7283ab76e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587" y="2833687"/>
            <a:ext cx="1088625" cy="95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e7283ab76e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612" y="2714313"/>
            <a:ext cx="49434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e7283ab76e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2084" y="2585300"/>
            <a:ext cx="1585375" cy="18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7283ab76e_0_48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8aba13ad6_0_29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a8aba13ad6_0_295"/>
          <p:cNvSpPr txBox="1"/>
          <p:nvPr/>
        </p:nvSpPr>
        <p:spPr>
          <a:xfrm>
            <a:off x="254072" y="1091775"/>
            <a:ext cx="8872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/>
              <a:t>Objetivo: Gerar dados sintéticos que se parecem com os dados reais</a:t>
            </a:r>
            <a:endParaRPr sz="18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a8aba13ad6_0_295"/>
          <p:cNvSpPr txBox="1"/>
          <p:nvPr/>
        </p:nvSpPr>
        <p:spPr>
          <a:xfrm>
            <a:off x="878550" y="1901250"/>
            <a:ext cx="5716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Gerador: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	Gera dados falsos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	Tenta produzir amostras parecidas com as reais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Discriminador: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	Atua como um detetive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	Detecta falsificações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7283ab76e_0_5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g3e7283ab76e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50" y="1335535"/>
            <a:ext cx="8839201" cy="3854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7283ab76e_0_6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g3e7283ab76e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250" y="2077360"/>
            <a:ext cx="6848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e7283ab76e_0_62"/>
          <p:cNvSpPr txBox="1"/>
          <p:nvPr/>
        </p:nvSpPr>
        <p:spPr>
          <a:xfrm>
            <a:off x="605400" y="1101650"/>
            <a:ext cx="571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Função Objetivo</a:t>
            </a:r>
            <a:endParaRPr sz="1800"/>
          </a:p>
        </p:txBody>
      </p:sp>
      <p:sp>
        <p:nvSpPr>
          <p:cNvPr id="351" name="Google Shape;351;g3e7283ab76e_0_62"/>
          <p:cNvSpPr txBox="1"/>
          <p:nvPr/>
        </p:nvSpPr>
        <p:spPr>
          <a:xfrm>
            <a:off x="2782450" y="3407725"/>
            <a:ext cx="293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Treinamento Adversarial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7283ab76e_0_7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g3e7283ab76e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50" y="1494335"/>
            <a:ext cx="8839200" cy="2261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3e7283ab76e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169174" y="3620747"/>
            <a:ext cx="4381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e7283ab76e_0_79"/>
          <p:cNvSpPr/>
          <p:nvPr/>
        </p:nvSpPr>
        <p:spPr>
          <a:xfrm>
            <a:off x="6719025" y="4247800"/>
            <a:ext cx="1488600" cy="15384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GAN</a:t>
            </a:r>
            <a:endParaRPr/>
          </a:p>
        </p:txBody>
      </p:sp>
      <p:pic>
        <p:nvPicPr>
          <p:cNvPr id="360" name="Google Shape;360;g3e7283ab76e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6080999" y="4812222"/>
            <a:ext cx="4381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e7283ab76e_0_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3888" y="4084300"/>
            <a:ext cx="2143989" cy="21746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e7283ab76e_0_79"/>
          <p:cNvSpPr txBox="1"/>
          <p:nvPr/>
        </p:nvSpPr>
        <p:spPr>
          <a:xfrm>
            <a:off x="595475" y="4940788"/>
            <a:ext cx="571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Espectro direcional de ondas</a:t>
            </a:r>
            <a:endParaRPr sz="1800"/>
          </a:p>
        </p:txBody>
      </p:sp>
      <p:sp>
        <p:nvSpPr>
          <p:cNvPr id="363" name="Google Shape;363;g3e7283ab76e_0_79"/>
          <p:cNvSpPr txBox="1"/>
          <p:nvPr/>
        </p:nvSpPr>
        <p:spPr>
          <a:xfrm>
            <a:off x="6081000" y="1163000"/>
            <a:ext cx="306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Dados de movimento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7283ab76e_0_7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g3e7283ab76e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040" y="1250500"/>
            <a:ext cx="4950817" cy="498985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e7283ab76e_0_70"/>
          <p:cNvSpPr txBox="1"/>
          <p:nvPr/>
        </p:nvSpPr>
        <p:spPr>
          <a:xfrm>
            <a:off x="2659815" y="873375"/>
            <a:ext cx="471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     Real				      Gerada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7283ab76e_0_9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g3e7283ab76e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25" y="1375235"/>
            <a:ext cx="56483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7283ab76e_0_10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g3e7283ab76e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0048"/>
            <a:ext cx="8451550" cy="47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6eb4f487f_0_168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3200" b="1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endParaRPr sz="3200" b="1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8aba13ad6_0_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Auto Encoders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g3a8aba13ad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0060"/>
            <a:ext cx="8839201" cy="4833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6eb4f487f_0_308"/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Apresentação na tela (4:3)</PresentationFormat>
  <Paragraphs>51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Verdana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Kaique Almeida Justino da Silva</cp:lastModifiedBy>
  <cp:revision>1</cp:revision>
  <dcterms:created xsi:type="dcterms:W3CDTF">2013-10-10T17:31:52Z</dcterms:created>
  <dcterms:modified xsi:type="dcterms:W3CDTF">2026-06-09T17:55:57Z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